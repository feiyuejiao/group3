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8FE36-6986-4249-A8C9-94639C709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94A9EE-7F02-46BF-9028-96275AF94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6252E-4F00-4862-B512-FCD79B3A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7558E6-7062-47BE-9A58-E3D8FAC8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5E901C-9CDD-46D0-8369-3558B17C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3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539C4-EF65-49E1-B9AD-82EAD12E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C3C7E0-B791-44E9-A5A1-2CD73040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66E106-953C-4B0E-AE79-E47B2403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E2E684-7221-4A30-BF5F-6FF95671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B2307E-0693-4173-8F99-F626FDB1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43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DBAC4-258B-455E-AB2C-4894B529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902B72-E882-4EAA-BA35-EC1EC63FD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101587-42C0-433D-AA33-15A52AC7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97020-2D5E-4CC6-8DA9-DB13F4B1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B16ABC-0CFF-4572-B9C5-6410A55F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2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33150-1619-4037-9141-81EB4F53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209D10-9D34-4003-8EED-0AB8F1F8B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6E7742-CE13-43ED-B4D2-4B5406AEC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4F4D55-B101-4E24-8659-AEFFA71E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DD40C7-68BA-4C45-BEFE-55904626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E772A6-EB5F-43D0-AA98-4646D1AE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66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F1E70-94DA-4CDF-87DB-273B5441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B72128-5E26-48D6-8654-F2B505679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1E48D7-14AF-4E47-9D8D-D121FA1A7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B15711-513A-45DF-AF84-4108F0EFB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95760C-799D-453B-A563-85D0B9E4E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6327EA-5E89-4051-92C3-3E08E3FD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DA426B-338B-4514-9ED1-B0FAAE59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3AE11C-7200-42C5-AFD8-4DADE9C2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14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95C74-942D-4A2B-B2EB-3DCBF1690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EA5B83-F3C2-4B7D-B051-564124A8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996CD-E6E0-4004-B6A0-4A71A391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39194-238C-47D6-B3B2-EDEA7128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8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389E7B-717E-4238-AFDB-62EA703D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88A98D-3514-4CA0-A2A8-00DF9114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7915-A82F-4B54-ABFF-94DB492B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72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08DB0-6714-43A1-89CC-4ED140FF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E2166-F7C5-4039-97C2-76D90B9C4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517505-6E48-4D6D-941A-83FF974F3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F535D9-2554-4882-BA89-9C597586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51445E-0388-4CFE-998B-02F4A58D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758938-99A0-4362-8F33-BBCB8A1B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4035B-75D8-43D8-8D55-A0EF402D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42C37F-555C-45C0-A8ED-94FCBBFD0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682568-E9FC-4475-86C0-6B488D158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4570C5-8AF8-4C75-800C-E1A3DBD5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C6392-3067-47E2-BD71-AC8CA7B96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57F8B4-69F4-4D08-B528-9C167147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5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DB6B5-65A7-4231-A93A-69C55BDE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C7FAAE-8B25-4A50-B6E3-3F48EBEDF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EFCAF-FD4A-410A-AA66-DB7800AA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ED8D7-D7C1-42F9-8A22-3B1E03AE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55646-C717-4659-95D9-852A9DD8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06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BBE966-A409-4AAE-9F7B-650174432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D3B030-E8AE-4401-AEDF-A4090DF93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9BA744-FB7A-4CC3-B56E-F8AED744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7C18A3-D8F7-4E48-8457-19E207D5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3F581-19DD-49D8-B2AC-8D7AAC5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3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2AFBBF-3304-4A28-9647-653F5BC4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1212AE-61E4-4E55-8DD3-0F3E59B3F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5C080-DCFF-4491-8E80-55B59F5CC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4A718-248F-49A5-B7EB-08FBC235B6EC}" type="datetimeFigureOut">
              <a:rPr lang="zh-CN" altLang="en-US" smtClean="0"/>
              <a:t>2017/10/10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244A83-58B6-47A9-B1B3-54D68EC09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565A5-B19A-4EDF-9C3D-DF8085468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2E61E-B10F-4FB4-B42F-A66FB5DA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96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E4B91-4D2D-4C22-94D9-5C06E186D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新一代空气过滤材料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5B2C2E-4329-4EC6-91BE-958BBDD744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北京新予环保</a:t>
            </a:r>
          </a:p>
        </p:txBody>
      </p:sp>
    </p:spTree>
    <p:extLst>
      <p:ext uri="{BB962C8B-B14F-4D97-AF65-F5344CB8AC3E}">
        <p14:creationId xmlns:p14="http://schemas.microsoft.com/office/powerpoint/2010/main" val="310556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52977-7F85-45A9-B490-FF486ECB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独特价值画布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CBD07D-1F67-40C0-8517-347C64CF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241" y="1690688"/>
            <a:ext cx="11194942" cy="4942587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unlike:</a:t>
            </a:r>
            <a:r>
              <a:rPr lang="zh-CN" altLang="en-US" dirty="0"/>
              <a:t>市场上的主要竞品为</a:t>
            </a:r>
            <a:r>
              <a:rPr lang="en-US" altLang="zh-CN" dirty="0"/>
              <a:t>HEPA</a:t>
            </a:r>
            <a:r>
              <a:rPr lang="zh-CN" altLang="en-US" dirty="0"/>
              <a:t>材料，区别于传统</a:t>
            </a:r>
            <a:r>
              <a:rPr lang="en-US" altLang="zh-CN" dirty="0"/>
              <a:t>HEPA</a:t>
            </a:r>
            <a:r>
              <a:rPr lang="zh-CN" altLang="en-US" dirty="0"/>
              <a:t>，新予滤材具有成本低、使用寿命长、兼顾高效低阻的优点。新予滤材的产品一致性好。</a:t>
            </a:r>
            <a:endParaRPr lang="en-US" altLang="zh-CN" dirty="0"/>
          </a:p>
          <a:p>
            <a:pPr lvl="1"/>
            <a:r>
              <a:rPr lang="zh-CN" altLang="en-US" dirty="0"/>
              <a:t>国外品牌：</a:t>
            </a:r>
            <a:r>
              <a:rPr lang="en-US" altLang="zh-CN" dirty="0"/>
              <a:t>1</a:t>
            </a:r>
            <a:r>
              <a:rPr lang="zh-CN" altLang="en-US" dirty="0"/>
              <a:t>）美国</a:t>
            </a:r>
            <a:r>
              <a:rPr lang="en-US" altLang="zh-CN" dirty="0"/>
              <a:t>3M</a:t>
            </a:r>
            <a:r>
              <a:rPr lang="zh-CN" altLang="en-US" dirty="0"/>
              <a:t>、贺氏；</a:t>
            </a:r>
            <a:r>
              <a:rPr lang="en-US" altLang="zh-CN" dirty="0"/>
              <a:t>2</a:t>
            </a:r>
            <a:r>
              <a:rPr lang="zh-CN" altLang="en-US" dirty="0"/>
              <a:t>）韩国</a:t>
            </a:r>
            <a:r>
              <a:rPr lang="en-US" altLang="zh-CN" dirty="0" err="1"/>
              <a:t>Coway</a:t>
            </a:r>
            <a:r>
              <a:rPr lang="zh-CN" altLang="en-US" dirty="0"/>
              <a:t>熊津豪威；</a:t>
            </a:r>
            <a:r>
              <a:rPr lang="en-US" altLang="zh-CN" dirty="0"/>
              <a:t>3</a:t>
            </a:r>
            <a:r>
              <a:rPr lang="zh-CN" altLang="en-US" dirty="0"/>
              <a:t>）日本东丽</a:t>
            </a:r>
            <a:endParaRPr lang="en-US" altLang="zh-CN" dirty="0"/>
          </a:p>
          <a:p>
            <a:pPr lvl="1"/>
            <a:r>
              <a:rPr lang="zh-CN" altLang="en-US" dirty="0"/>
              <a:t>国内品牌：多集中于广东一带，如深圳的阿波罗、森洁等</a:t>
            </a:r>
            <a:endParaRPr lang="en-US" altLang="zh-CN" dirty="0"/>
          </a:p>
          <a:p>
            <a:r>
              <a:rPr lang="en-US" altLang="zh-CN" dirty="0"/>
              <a:t>our: NEWGREEN</a:t>
            </a:r>
            <a:r>
              <a:rPr lang="zh-CN" altLang="en-US" dirty="0"/>
              <a:t>滤材</a:t>
            </a:r>
            <a:r>
              <a:rPr lang="en-US" altLang="zh-CN" dirty="0"/>
              <a:t>/</a:t>
            </a:r>
            <a:r>
              <a:rPr lang="zh-CN" altLang="en-US" dirty="0"/>
              <a:t>滤芯；</a:t>
            </a:r>
            <a:r>
              <a:rPr lang="en-US" altLang="zh-CN" dirty="0"/>
              <a:t>NEWGREEN PLUS</a:t>
            </a:r>
            <a:r>
              <a:rPr lang="zh-CN" altLang="en-US" dirty="0"/>
              <a:t>系列滤材</a:t>
            </a:r>
            <a:r>
              <a:rPr lang="en-US" altLang="zh-CN" dirty="0"/>
              <a:t>/</a:t>
            </a:r>
            <a:r>
              <a:rPr lang="zh-CN" altLang="en-US" dirty="0"/>
              <a:t>滤芯</a:t>
            </a:r>
            <a:endParaRPr lang="en-US" altLang="zh-CN" dirty="0"/>
          </a:p>
          <a:p>
            <a:r>
              <a:rPr lang="en-US" altLang="zh-CN" dirty="0"/>
              <a:t>helps:</a:t>
            </a:r>
            <a:r>
              <a:rPr lang="zh-CN" altLang="en-US" dirty="0"/>
              <a:t>口罩厂、净化器</a:t>
            </a:r>
            <a:r>
              <a:rPr lang="en-US" altLang="zh-CN" dirty="0"/>
              <a:t>/</a:t>
            </a:r>
            <a:r>
              <a:rPr lang="zh-CN" altLang="en-US" dirty="0"/>
              <a:t>新风厂、空调厂</a:t>
            </a:r>
            <a:endParaRPr lang="en-US" altLang="zh-CN" dirty="0"/>
          </a:p>
          <a:p>
            <a:r>
              <a:rPr lang="en-US" altLang="zh-CN" dirty="0"/>
              <a:t>who want to:</a:t>
            </a:r>
          </a:p>
          <a:p>
            <a:pPr lvl="1"/>
            <a:r>
              <a:rPr lang="zh-CN" altLang="en-US" dirty="0"/>
              <a:t>解决</a:t>
            </a:r>
            <a:r>
              <a:rPr lang="en-US" altLang="zh-CN" dirty="0"/>
              <a:t>HEPA</a:t>
            </a:r>
            <a:r>
              <a:rPr lang="zh-CN" altLang="en-US" dirty="0"/>
              <a:t>滤材成本高、滤阻大的问题；</a:t>
            </a:r>
            <a:endParaRPr lang="en-US" altLang="zh-CN" dirty="0"/>
          </a:p>
          <a:p>
            <a:pPr lvl="1"/>
            <a:r>
              <a:rPr lang="zh-CN" altLang="en-US" dirty="0"/>
              <a:t>对空气质量提出新需求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新材料</a:t>
            </a:r>
            <a:endParaRPr lang="en-US" altLang="zh-CN" dirty="0"/>
          </a:p>
          <a:p>
            <a:r>
              <a:rPr lang="en-US" altLang="zh-CN" dirty="0"/>
              <a:t>by:</a:t>
            </a:r>
          </a:p>
          <a:p>
            <a:pPr lvl="1"/>
            <a:r>
              <a:rPr lang="zh-CN" altLang="en-US" dirty="0"/>
              <a:t>降低成本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厂商利润空间大，用户成本相对降低</a:t>
            </a:r>
            <a:endParaRPr lang="en-US" altLang="zh-CN" dirty="0"/>
          </a:p>
          <a:p>
            <a:pPr lvl="1"/>
            <a:r>
              <a:rPr lang="zh-CN" altLang="en-US" dirty="0"/>
              <a:t>降低滤阻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用户可感触到风量大（体验好）</a:t>
            </a:r>
            <a:endParaRPr lang="en-US" altLang="zh-CN" dirty="0"/>
          </a:p>
          <a:p>
            <a:r>
              <a:rPr lang="en-US" altLang="zh-CN" dirty="0"/>
              <a:t>and:</a:t>
            </a:r>
          </a:p>
          <a:p>
            <a:pPr lvl="1"/>
            <a:r>
              <a:rPr lang="zh-CN" altLang="en-US" dirty="0"/>
              <a:t>延长滤材寿命</a:t>
            </a:r>
            <a:endParaRPr lang="en-US" altLang="zh-CN" dirty="0"/>
          </a:p>
          <a:p>
            <a:pPr lvl="1"/>
            <a:r>
              <a:rPr lang="zh-CN" altLang="en-US" dirty="0"/>
              <a:t>新材料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3800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3DD07-43ED-45D1-A42B-E2FD1B3F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客户画像画布</a:t>
            </a:r>
            <a:br>
              <a:rPr lang="en-US" altLang="zh-CN" dirty="0"/>
            </a:br>
            <a:r>
              <a:rPr lang="en-US" altLang="zh-CN" dirty="0"/>
              <a:t>Key attributes of your customer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84682F-7D90-4F6A-B482-6C8C2368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Buyer persona:</a:t>
            </a:r>
          </a:p>
          <a:p>
            <a:pPr lvl="2"/>
            <a:r>
              <a:rPr lang="zh-CN" altLang="en-US" dirty="0"/>
              <a:t>大型滤材厂（公司作为他们的材料供应商，成品加工商）：</a:t>
            </a:r>
            <a:r>
              <a:rPr lang="en-US" altLang="zh-CN" dirty="0"/>
              <a:t>1</a:t>
            </a:r>
            <a:r>
              <a:rPr lang="zh-CN" altLang="en-US" dirty="0"/>
              <a:t>、空气质量受季节规律影响很大，进而造成了滤材需求的波峰、波谷。在滤材销售旺季，常常供不应求。大型滤材厂也需要小公司协助代工生产；</a:t>
            </a:r>
            <a:r>
              <a:rPr lang="en-US" altLang="zh-CN" dirty="0"/>
              <a:t>2</a:t>
            </a:r>
            <a:r>
              <a:rPr lang="zh-CN" altLang="en-US" dirty="0"/>
              <a:t>、大型滤材厂需要小公司的新产品。</a:t>
            </a:r>
            <a:endParaRPr lang="en-US" altLang="zh-CN" dirty="0"/>
          </a:p>
          <a:p>
            <a:pPr lvl="2"/>
            <a:r>
              <a:rPr lang="zh-CN" altLang="en-US" dirty="0"/>
              <a:t>小型净化器</a:t>
            </a:r>
            <a:r>
              <a:rPr lang="en-US" altLang="zh-CN" dirty="0"/>
              <a:t>/</a:t>
            </a:r>
            <a:r>
              <a:rPr lang="zh-CN" altLang="en-US" dirty="0"/>
              <a:t>新风厂：滤材销售旺季，小型公司量少，与上游代工厂的议价、排班协商能力弱，常常被迫寻找新的货物供应与代工厂。</a:t>
            </a:r>
            <a:endParaRPr lang="en-US" altLang="zh-CN" dirty="0"/>
          </a:p>
          <a:p>
            <a:r>
              <a:rPr lang="en-US" altLang="zh-CN" dirty="0"/>
              <a:t>content:</a:t>
            </a:r>
            <a:r>
              <a:rPr lang="zh-CN" altLang="en-US" dirty="0"/>
              <a:t>信息来源于环保部的环境空气质量标准、对空气质量有特殊要求的食品、药物、电子等行业的环境空气质量标准、竞品公司的产品宣传、中间人（朋友、客户）的口碑推荐、我方公司的产品介绍、行业展览展会</a:t>
            </a:r>
            <a:endParaRPr lang="en-US" altLang="zh-CN" dirty="0"/>
          </a:p>
          <a:p>
            <a:r>
              <a:rPr lang="en-US" altLang="zh-CN" dirty="0"/>
              <a:t>Buying process:</a:t>
            </a:r>
            <a:r>
              <a:rPr lang="zh-CN" altLang="en-US" dirty="0"/>
              <a:t>前期公关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样品提供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样品试用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价格及需求谈判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采购合同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产品供货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付款，滤材受季节影响大，第一季度及第三、四季度为旺季，常常供不应求</a:t>
            </a:r>
            <a:endParaRPr lang="en-US" altLang="zh-CN" dirty="0"/>
          </a:p>
          <a:p>
            <a:r>
              <a:rPr lang="en-US" altLang="zh-CN" dirty="0"/>
              <a:t>Influencers, stakeholders, buying team:</a:t>
            </a:r>
            <a:r>
              <a:rPr lang="zh-CN" altLang="en-US" dirty="0"/>
              <a:t>公司内的产品研发人员及部门领导为内部影响者；公司领导、以及竞品公司为外部影响者；公司为出钱人；公司内的产品研发团队为购买者；部门领导及公司领导扮演决策角色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53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447</Words>
  <Application>Microsoft Office PowerPoint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Wingdings</vt:lpstr>
      <vt:lpstr>Office 主题​​</vt:lpstr>
      <vt:lpstr>新一代空气过滤材料</vt:lpstr>
      <vt:lpstr>独特价值画布</vt:lpstr>
      <vt:lpstr>客户画像画布 Key attributes of your customer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新一代空气过滤材料</dc:title>
  <dc:creator>dreamsummit</dc:creator>
  <cp:lastModifiedBy>dreamsummit</cp:lastModifiedBy>
  <cp:revision>23</cp:revision>
  <dcterms:created xsi:type="dcterms:W3CDTF">2017-10-09T15:56:30Z</dcterms:created>
  <dcterms:modified xsi:type="dcterms:W3CDTF">2017-10-10T05:52:31Z</dcterms:modified>
</cp:coreProperties>
</file>