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7"/>
  </p:notesMasterIdLst>
  <p:sldIdLst>
    <p:sldId id="256" r:id="rId2"/>
    <p:sldId id="257" r:id="rId3"/>
    <p:sldId id="260" r:id="rId4"/>
    <p:sldId id="263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080534B-738F-4D23-90D8-978F107EC313}">
          <p14:sldIdLst>
            <p14:sldId id="256"/>
            <p14:sldId id="257"/>
            <p14:sldId id="260"/>
            <p14:sldId id="263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8" autoAdjust="0"/>
  </p:normalViewPr>
  <p:slideViewPr>
    <p:cSldViewPr snapToGrid="0">
      <p:cViewPr varScale="1">
        <p:scale>
          <a:sx n="61" d="100"/>
          <a:sy n="61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7166B-5339-4B6E-9BC1-E2CA286BF0D4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78E15-3C7B-484A-9B85-BFA2F14B4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63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P1</a:t>
            </a:r>
            <a:r>
              <a:rPr lang="zh-CN" altLang="en-US" dirty="0"/>
              <a:t>，团队照片，队名：铁三角，口号：无坚不摧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78E15-3C7B-484A-9B85-BFA2F14B4E2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462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人生五年计划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78E15-3C7B-484A-9B85-BFA2F14B4E2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905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8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30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10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59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37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33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30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76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43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88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8D95784-8B40-4749-9436-803CE326D833}" type="datetimeFigureOut">
              <a:rPr lang="zh-CN" altLang="en-US" smtClean="0"/>
              <a:t>2017/11/14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3E5910D-73E2-4AB9-ACAC-689C5BAC83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798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38B38-B269-4F4E-AA98-4CBA2622E4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第六次课作业汇报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7CA0C-E91F-4040-96AA-80FCAC7DA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-</a:t>
            </a:r>
            <a:r>
              <a:rPr lang="zh-CN" altLang="en-US" sz="3600" dirty="0"/>
              <a:t>铁三角</a:t>
            </a:r>
            <a:r>
              <a:rPr lang="en-US" altLang="zh-CN" sz="3600" dirty="0"/>
              <a:t>-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2733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F659256-FFF4-4CEE-9349-2D53F98D7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71" y="680899"/>
            <a:ext cx="7215023" cy="54000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4ABEBA5-B02B-4D17-A012-4C7AD0A9CBE7}"/>
              </a:ext>
            </a:extLst>
          </p:cNvPr>
          <p:cNvSpPr txBox="1"/>
          <p:nvPr/>
        </p:nvSpPr>
        <p:spPr>
          <a:xfrm>
            <a:off x="8845421" y="1055158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/>
              <a:t>铁三角队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169341-4D1B-47E2-97EF-603A8D514DA7}"/>
              </a:ext>
            </a:extLst>
          </p:cNvPr>
          <p:cNvSpPr txBox="1"/>
          <p:nvPr/>
        </p:nvSpPr>
        <p:spPr>
          <a:xfrm>
            <a:off x="8067282" y="2729580"/>
            <a:ext cx="49847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口号：无坚不摧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B91A6B-B438-40D7-937D-A82B8C06D08C}"/>
              </a:ext>
            </a:extLst>
          </p:cNvPr>
          <p:cNvSpPr txBox="1"/>
          <p:nvPr/>
        </p:nvSpPr>
        <p:spPr>
          <a:xfrm flipH="1">
            <a:off x="1940767" y="6080899"/>
            <a:ext cx="134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姜绍龙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2135AD-0B80-4B0C-8240-B0E125D15347}"/>
              </a:ext>
            </a:extLst>
          </p:cNvPr>
          <p:cNvSpPr txBox="1"/>
          <p:nvPr/>
        </p:nvSpPr>
        <p:spPr>
          <a:xfrm flipH="1">
            <a:off x="3585178" y="6080899"/>
            <a:ext cx="134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郭欣然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22310D-2741-43AB-8954-4769CB90C0B6}"/>
              </a:ext>
            </a:extLst>
          </p:cNvPr>
          <p:cNvSpPr txBox="1"/>
          <p:nvPr/>
        </p:nvSpPr>
        <p:spPr>
          <a:xfrm flipH="1">
            <a:off x="5229589" y="6080899"/>
            <a:ext cx="1343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邓伟</a:t>
            </a:r>
          </a:p>
        </p:txBody>
      </p:sp>
    </p:spTree>
    <p:extLst>
      <p:ext uri="{BB962C8B-B14F-4D97-AF65-F5344CB8AC3E}">
        <p14:creationId xmlns:p14="http://schemas.microsoft.com/office/powerpoint/2010/main" val="66810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76C583F6-8E66-4C13-B1C8-BFB62364993B}"/>
              </a:ext>
            </a:extLst>
          </p:cNvPr>
          <p:cNvSpPr txBox="1"/>
          <p:nvPr/>
        </p:nvSpPr>
        <p:spPr>
          <a:xfrm>
            <a:off x="733228" y="438755"/>
            <a:ext cx="46987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《</a:t>
            </a:r>
            <a:r>
              <a:rPr lang="zh-CN" altLang="en-US" sz="4400" dirty="0"/>
              <a:t>超级天使投资</a:t>
            </a:r>
            <a:r>
              <a:rPr lang="en-US" altLang="zh-CN" sz="4400" dirty="0"/>
              <a:t>》</a:t>
            </a:r>
            <a:endParaRPr lang="zh-CN" altLang="en-US" sz="4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FA899E-04F0-4D15-90F9-F76DCFF368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71" t="9425" r="9896" b="28046"/>
          <a:stretch/>
        </p:blipFill>
        <p:spPr>
          <a:xfrm>
            <a:off x="1718442" y="1502701"/>
            <a:ext cx="3398198" cy="49165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6AB30D6-02F7-4207-92FE-130A014A2287}"/>
              </a:ext>
            </a:extLst>
          </p:cNvPr>
          <p:cNvSpPr txBox="1"/>
          <p:nvPr/>
        </p:nvSpPr>
        <p:spPr>
          <a:xfrm>
            <a:off x="6243144" y="1502701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天使投资的基础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A3E091-C27B-452D-8985-5C6D702C6346}"/>
              </a:ext>
            </a:extLst>
          </p:cNvPr>
          <p:cNvSpPr txBox="1"/>
          <p:nvPr/>
        </p:nvSpPr>
        <p:spPr>
          <a:xfrm>
            <a:off x="6243144" y="2632563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天使投资的操作细节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BDED5A-463A-44CD-B669-7764A35CDD5D}"/>
              </a:ext>
            </a:extLst>
          </p:cNvPr>
          <p:cNvSpPr txBox="1"/>
          <p:nvPr/>
        </p:nvSpPr>
        <p:spPr>
          <a:xfrm>
            <a:off x="6243144" y="3762425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你在天使世界中的位置</a:t>
            </a:r>
          </a:p>
        </p:txBody>
      </p:sp>
    </p:spTree>
    <p:extLst>
      <p:ext uri="{BB962C8B-B14F-4D97-AF65-F5344CB8AC3E}">
        <p14:creationId xmlns:p14="http://schemas.microsoft.com/office/powerpoint/2010/main" val="163582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4D1A5-F04F-41BA-B41E-61162CAB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社群运营分享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55091-EAB3-4836-BCF6-4A3B029CA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A706AC-806C-4858-B8D0-3A497DC26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614" y="2759003"/>
            <a:ext cx="2711669" cy="26788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7B14830-847E-4B66-B976-ED61C542F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656" y="2759003"/>
            <a:ext cx="5257458" cy="26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17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8381B2-0B70-4E1D-B24D-F3B7BA3AD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04171"/>
            <a:ext cx="10058400" cy="4050792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zh-CN" altLang="en-US" sz="8800" dirty="0"/>
              <a:t>谢谢</a:t>
            </a:r>
            <a:r>
              <a:rPr lang="en-US" altLang="zh-CN" sz="8800" dirty="0"/>
              <a:t>~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6E14CF-27BD-404C-B367-A9FB4363CC9F}"/>
              </a:ext>
            </a:extLst>
          </p:cNvPr>
          <p:cNvSpPr/>
          <p:nvPr/>
        </p:nvSpPr>
        <p:spPr>
          <a:xfrm>
            <a:off x="5310658" y="5220114"/>
            <a:ext cx="37008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郭欣然：</a:t>
            </a:r>
            <a:r>
              <a:rPr lang="en-US" altLang="zh-CN" sz="2800" dirty="0"/>
              <a:t>newverse.cn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77F28C-404F-4447-BDF5-77A00C95076C}"/>
              </a:ext>
            </a:extLst>
          </p:cNvPr>
          <p:cNvSpPr/>
          <p:nvPr/>
        </p:nvSpPr>
        <p:spPr>
          <a:xfrm>
            <a:off x="5310658" y="4604104"/>
            <a:ext cx="38642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邓    伟：</a:t>
            </a:r>
            <a:r>
              <a:rPr lang="en-US" altLang="zh-CN" sz="2800" dirty="0"/>
              <a:t>dengwei98.tk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D5C3BC-81E8-4CBE-B0D5-FBBD14B124A9}"/>
              </a:ext>
            </a:extLst>
          </p:cNvPr>
          <p:cNvSpPr/>
          <p:nvPr/>
        </p:nvSpPr>
        <p:spPr>
          <a:xfrm>
            <a:off x="5310658" y="3988095"/>
            <a:ext cx="40733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姜绍龙：</a:t>
            </a:r>
            <a:r>
              <a:rPr lang="en-US" altLang="zh-CN" sz="2800" dirty="0"/>
              <a:t>kanglonggw.tk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E97A8C-0EFF-4D0E-8CE7-EE9ED07C3290}"/>
              </a:ext>
            </a:extLst>
          </p:cNvPr>
          <p:cNvSpPr/>
          <p:nvPr/>
        </p:nvSpPr>
        <p:spPr>
          <a:xfrm>
            <a:off x="3423617" y="3988095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个人网站：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874939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TM03090434[[fn=木头类型]]</Template>
  <TotalTime>819</TotalTime>
  <Words>81</Words>
  <Application>Microsoft Office PowerPoint</Application>
  <PresentationFormat>宽屏</PresentationFormat>
  <Paragraphs>21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方正姚体</vt:lpstr>
      <vt:lpstr>Rockwell</vt:lpstr>
      <vt:lpstr>Rockwell Condensed</vt:lpstr>
      <vt:lpstr>Wingdings</vt:lpstr>
      <vt:lpstr>木活字</vt:lpstr>
      <vt:lpstr>第六次课作业汇报</vt:lpstr>
      <vt:lpstr>PowerPoint 演示文稿</vt:lpstr>
      <vt:lpstr>PowerPoint 演示文稿</vt:lpstr>
      <vt:lpstr>社群运营分享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第二课作业汇报</dc:title>
  <dc:creator>dreamsummit</dc:creator>
  <cp:lastModifiedBy>dreamsummit</cp:lastModifiedBy>
  <cp:revision>82</cp:revision>
  <dcterms:created xsi:type="dcterms:W3CDTF">2017-10-17T12:24:42Z</dcterms:created>
  <dcterms:modified xsi:type="dcterms:W3CDTF">2017-11-14T14:49:52Z</dcterms:modified>
</cp:coreProperties>
</file>